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cb2b7a68-43bc-428c-b69c-8d14d219dde2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f4338058-ccef-4261-b2be-078772255a16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pic>
        <p:nvPicPr>
          <p:cNvPr id="7" name="fixture-image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  <p:grpSp>
        <p:nvGrpSpPr>
          <p:cNvPr id="990" name="native group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rect-e77d4727-b292-453b-85af-656d81d8332c"/>
            <p:cNvSpPr/>
            <p:nvPr/>
          </p:nvSpPr>
          <p:spPr>
            <a:xfrm>
              <a:off x="666750" y="3333750"/>
              <a:ext cx="1714500" cy="1428750"/>
            </a:xfrm>
            <a:prstGeom prst="rect">
              <a:avLst/>
            </a:prstGeom>
            <a:solidFill>
              <a:srgbClr val="325AF0"/>
            </a:solidFill>
            <a:ln w="12700">
              <a:solidFill>
                <a:srgbClr val="325AF0"/>
              </a:solidFill>
              <a:prstDash val="solid"/>
            </a:ln>
          </p:spPr>
        </p:sp>
        <p:sp>
          <p:nvSpPr>
            <p:cNvPr id="6" name="ellipse-62a111b1-5e9b-4003-b1b6-3427fa47d868"/>
            <p:cNvSpPr/>
            <p:nvPr/>
          </p:nvSpPr>
          <p:spPr>
            <a:xfrm>
              <a:off x="2714625" y="3333750"/>
              <a:ext cx="1428750" cy="1428750"/>
            </a:xfrm>
            <a:prstGeom prst="ellipse">
              <a:avLst/>
            </a:prstGeom>
            <a:solidFill>
              <a:srgbClr val="FFB43C"/>
            </a:solidFill>
            <a:ln w="12700">
              <a:solidFill>
                <a:srgbClr val="325AF0"/>
              </a:solidFill>
              <a:prstDash val="soli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acbc355b-30fd-48fc-afe4-87d3eefffb05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6cb80ae6-315e-48c4-845a-b5927cce21e1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sp>
        <p:nvSpPr>
          <p:cNvPr id="5" name="shape-bda44fdb-4316-4a12-ae8e-0be992e70c83"/>
          <p:cNvSpPr/>
          <p:nvPr/>
        </p:nvSpPr>
        <p:spPr>
          <a:xfrm>
            <a:off x="666750" y="3333750"/>
            <a:ext cx="1714500" cy="1428750"/>
          </a:xfrm>
          <a:prstGeom prst="rect">
            <a:avLst/>
          </a:prstGeom>
          <a:solidFill>
            <a:srgbClr val="325AF0"/>
          </a:solidFill>
          <a:ln w="12700">
            <a:solidFill>
              <a:srgbClr val="325AF0"/>
            </a:solidFill>
            <a:prstDash val="solid"/>
          </a:ln>
        </p:spPr>
      </p:sp>
      <p:sp>
        <p:nvSpPr>
          <p:cNvPr id="6" name="shape-34ee048e-e8d2-4abe-876b-9d8e6fee3a0d"/>
          <p:cNvSpPr/>
          <p:nvPr/>
        </p:nvSpPr>
        <p:spPr>
          <a:xfrm>
            <a:off x="2714625" y="3333750"/>
            <a:ext cx="1428750" cy="1428750"/>
          </a:xfrm>
          <a:prstGeom prst="ellipse">
            <a:avLst/>
          </a:prstGeom>
          <a:solidFill>
            <a:srgbClr val="FFB43C"/>
          </a:solidFill>
          <a:ln w="12700">
            <a:solidFill>
              <a:srgbClr val="325AF0"/>
            </a:solidFill>
            <a:prstDash val="solid"/>
          </a:ln>
        </p:spPr>
      </p:sp>
      <p:pic>
        <p:nvPicPr>
          <p:cNvPr id="7" name="image-f0573280-e4fb-450e-9c11-cf122346fd21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交付夹具 · 中文与 4比3</dc:title>
  <dc:subject>EPPT presentation</dc:subject>
  <dc:creator>PptxGenJS</dc:creator>
  <cp:lastModifiedBy>PptxGenJS</cp:lastModifiedBy>
  <cp:revision>1</cp:revision>
  <dcterms:created xsi:type="dcterms:W3CDTF">2026-09-12T16:14:17Z</dcterms:created>
  <dcterms:modified xsi:type="dcterms:W3CDTF">2026-09-12T16:14:17Z</dcterms:modified>
</cp:coreProperties>
</file>